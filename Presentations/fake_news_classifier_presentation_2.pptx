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7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vs Real News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23444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Classification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344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news headlines using three NLP approaches of increasing complexity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3444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34440" y="3108960"/>
            <a:ext cx="224028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3444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lexical baseline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332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03320" y="3108960"/>
            <a:ext cx="2240280" cy="457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70332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+ LR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0332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dense embeddings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108960"/>
            <a:ext cx="2240280" cy="457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98.6%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17220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7220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contextual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Data Science &amp; ML Bootcamp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Problem Framing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749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classify headlines as fake (0) or real (1)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headline text only — no article body or 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34,152 training samples, 9,984 unlabeled test 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complexity: sparse, dense, contextual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as primary evaluation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374904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distinguish fake from real based on headline alone?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it learning writing style, not factual truth?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likely encodes source identity through rhetoric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94%+ accuracy from bag-of-words is suspiciously high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separate model skill from dataset artifact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Dataset Analysis &amp; Bias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34,152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4028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4028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9,984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4028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336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2336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17,572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02336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(0)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16,580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0644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(1)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8952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8952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51/49%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58952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19456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194560"/>
            <a:ext cx="54864" cy="2651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 — CRITICAL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2651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headlines: sensational, political (Trump, Obama, Clinton)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headlines: neutral, formal, AP/Reuters wire style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identity is baked into writing style — learnable shortcut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samples show emotional language: 'embarrassing', 'drunk', 'joke'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219456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194560"/>
            <a:ext cx="54864" cy="265176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NON-OBVIOUS OBSERVATIONS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2651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balance means no class imbalance shortcuts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strips punctuation — loses ALL CAPS clickbait signal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entity names alone may be enough to classify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= limited context = model relies on lexical cues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Assumptions Made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alone carries enough signal for classification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headlines provided — no body, source, or metadata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051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relies on surface-level style, not factual verification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1168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 is a reliable proxy for fake/real label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Fake sources use distinct rhetoric; real sources use wire-service conventions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2057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94%+ accuracy — but model learns source identity, not truth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share identical distribution and time period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temporal metadata; standard random split assumed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drift or new sources would break generalization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preserves the discriminative signal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Lowercase + strip punctuation reduces noise for TF-IDF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casing cues (ALL CAPS) and special characters from clickbait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Architectures — Representation Trade-offs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unigrams + bigrams (50K features)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TF: dampens frequent words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with C=5.0 (moderate regularization)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match only — no semantics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debuggable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+ LR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all-MiniLM-L6-v2: frozen 384-dim encoder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1B+ paraphrase pairs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similarity vectors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LR classifier on top (C=5.0)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task-specific fine-tuning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 (66M params)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tokenizer + contextual attention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updated: 3 epochs, lr=2e-5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10%, weight decay 0.01, batch=32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 64 tokens — efficient for short text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Baseline — TF-IDF + Logistic Regression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94.16%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  (std: 0.33%)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097280"/>
          <a:ext cx="5029200" cy="1042416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731520"/>
                <a:gridCol w="1463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26974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697480"/>
            <a:ext cx="54864" cy="2103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31089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0.33% std across folds — extremely stable, consistent signal in the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Precision(fake)=0.95 &gt; Precision(real)=0.93 — fake style is more distinctive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capture source fingerprints: 'trump slams', 'sources say', 'breaking bombshell'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from bag-of-words is a red flag — if word counts suffice, the signal is lexical style, not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Sentence Transformers + LR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93.05%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0.19%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0604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92.83%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60604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0604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20%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0.9830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75488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(val)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90372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50K sparse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423160"/>
            <a:ext cx="54864" cy="23774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SURPRISING INSIGHT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28346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perform WORSE than TF-IDF (93.1% vs 94.2%)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is NOT the signal — exact words and n-grams 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lexical cues dominate, sparse models outperform dense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 misses domain-specific patterns (political rhetoric, clickbait)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model learns style tokens, not sentence-level meaning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DistilBERT Fine-Tuning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 (66M)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(train loss: 0.079)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+ 10% warmup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weight_decay=0.01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tokens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(same as ST: 20%)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(val)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/ 0.99 (fake/real)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/ 0.98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971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 (3 epochs)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61188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accuracy — near perfect. Is this model actually detecting fake news, or memorizing style?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has capacity to memorize subtle token patterns (subword + attention + position)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0.9990 ROC-AUC is unnaturally high for a real-world NLP task — suggests data leakage or shortcut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Evaluation Strategy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predictions — each sample scored by its holdout fold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precision, recall, F1 all reported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rigorous and unbiased evaluation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SENT. TRANSFORMERS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on full embeddings for accuracy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holdout for classification report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LR hyperparameters across models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feature extractor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 cost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Epoch-level accuracy monitoring during training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 across models: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uses OOF on full train, ST uses val holdout, DistilBERT uses a different 10% split. Direct metric comparison is approximate, not exact.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Learns STYLE, Not TRUTH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57276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sourced from partisan outlets — sensational, emotional, informal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from wire services (AP/Reuters) — neutral, standardized, formal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encodes source identity through writing conventions, not factual accuracy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this style = this source = this label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514600"/>
            <a:ext cx="54864" cy="10972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80720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(bag-of-words) already hits 94% — word frequencies alone are enough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perform WORSE — meaning doesn't help, tokens do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at 98.6% memorizes subtle style with subword attention patterns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0.33% fold variance means the shortcut is pervasive and consistent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04164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are style detectors, not fact-checkers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fail on: well-written fake news or informal real reporting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generalize to unseen sources, new topics, or future time periods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overstates actual fake-news detection capability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Model Comparison &amp; Best Outcome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320697"/>
            <a:ext cx="7541623" cy="1388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best overall performance (≈94.5% accuracy, F1 ≈0.943, ROC-AUC ≈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 capture interactions between stylistic cues that n-grams model only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performance gain is marginal (~+1–2%) → no evidence of deeper “truth understanding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converge to similar performance → task is largely linearly separable in lexical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 TF-IDF → abstraction hurts when signal is surface-</a:t>
            </a:r>
            <a:r>
              <a:rPr lang="en-US" sz="9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levelTF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-IDF is the best practical choice: ~100x faster, interpretable, and within ~1% of the best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complexity for diminishing returns → useful only if marginal gains matter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 smtClea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all three models exploit the same shortcut — source style as label </a:t>
            </a:r>
            <a:r>
              <a:rPr lang="en-US" sz="900" b="1" dirty="0" smtClea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071" y="822960"/>
            <a:ext cx="5551092" cy="2497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Limitations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encodes source identity, not factual accuracy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metadata — can't test temporal generalization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only — no article body, images, or source features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testing (style-swapped headlines)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importance analysis beyond TF-IDF coefficients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not evaluated with CV — weaker comparison basis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eval: CV vs holdout vs single split across models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analysis — confidence estimates not validated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metrics reflect task artifact, not real-world capability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What I Would Improve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 set: swap styles between fake/real sources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splits: train on past, test on future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article body, source metadata, publication 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 with domain-adversarial training (remove style signal)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TF-IDF + DistilBERT for best of both worlds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lower BERT layers — partial fine-tuning to reduce memorization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5-fold CV for all models (including DistilBERT)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Leave-one-source-out CV to test cross-source generalization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+ error analysis on misclassified samples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Would Do Differently &amp; 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607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explicit dataset bias analysis before modeling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style-as-proxy problem is visible in the data. Knowing it upfront would reshape the entire experiment.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020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evaluation across all three models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eval (CV / holdout / single split) makes direct comparison approximate. Would use unified 5-fold for all.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9809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'style-stripped' ablation experiment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entity names with placeholders, normalize tone — test if accuracy drops. Would reveal how much signal is style vs content.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941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project as 'source style classifier' from the start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4251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honest framing. The model detects which kind of outlet wrote the headline, not whether it's factually true.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does not equal real-world capability. Always ask: what is the model actually learning?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1503</Words>
  <Application>Microsoft Office PowerPoint</Application>
  <PresentationFormat>Presentación en pantalla (16:9)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vs Real News — Headline Classifier</dc:title>
  <dc:subject>PptxGenJS Presentation</dc:subject>
  <dc:creator>NLP Team</dc:creator>
  <cp:lastModifiedBy>Usuario de Windows</cp:lastModifiedBy>
  <cp:revision>3</cp:revision>
  <dcterms:created xsi:type="dcterms:W3CDTF">2026-04-02T11:24:26Z</dcterms:created>
  <dcterms:modified xsi:type="dcterms:W3CDTF">2026-04-02T13:35:11Z</dcterms:modified>
</cp:coreProperties>
</file>